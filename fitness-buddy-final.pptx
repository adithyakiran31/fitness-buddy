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525E57-4417-49A7-8D21-4075086942B3}">
  <a:tblStyle styleId="{3D525E57-4417-49A7-8D21-4075086942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cc624341d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ecc624341d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c624341d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ecc624341d_2_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" name="Google Shape;61;g3ecc624341d_2_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c624341d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ecc624341d_2_1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g3ecc624341d_2_1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cc624341d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ecc624341d_2_4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g3ecc624341d_2_4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cc624341d_2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ecc624341d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cc624341d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ecc624341d_2_10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g3ecc624341d_2_10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c624341d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ecc624341d_2_11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ecc624341d_2_11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c624341d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ecc624341d_2_13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g3ecc624341d_2_13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cc624341d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ecc624341d_2_17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g3ecc624341d_2_17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cc624341d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ecc624341d_2_19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" name="Google Shape;253;g3ecc624341d_2_19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cc624341d_2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ecc624341d_2_22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g3ecc624341d_2_22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cc624341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cc624341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/>
        </p:nvSpPr>
        <p:spPr>
          <a:xfrm>
            <a:off x="556025" y="1020150"/>
            <a:ext cx="83931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GB" sz="5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University Engagement Project Submission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 txBox="1"/>
          <p:nvPr/>
        </p:nvSpPr>
        <p:spPr>
          <a:xfrm>
            <a:off x="1152375" y="2760875"/>
            <a:ext cx="7244400" cy="53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1651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1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Fitness Buddy AI - Your Personal AI Health &amp; Fitness Coach</a:t>
            </a:r>
            <a:endParaRPr sz="18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523525" y="3222218"/>
            <a:ext cx="8096700" cy="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6"/>
          <p:cNvSpPr txBox="1"/>
          <p:nvPr/>
        </p:nvSpPr>
        <p:spPr>
          <a:xfrm>
            <a:off x="832291" y="1236129"/>
            <a:ext cx="556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Times New Roman"/>
              <a:buNone/>
            </a:pPr>
            <a:endParaRPr sz="24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5" name="Google Shape;65;p16"/>
          <p:cNvGraphicFramePr/>
          <p:nvPr>
            <p:extLst>
              <p:ext uri="{D42A27DB-BD31-4B8C-83A1-F6EECF244321}">
                <p14:modId xmlns:p14="http://schemas.microsoft.com/office/powerpoint/2010/main" val="3516158130"/>
              </p:ext>
            </p:extLst>
          </p:nvPr>
        </p:nvGraphicFramePr>
        <p:xfrm>
          <a:off x="979993" y="2305386"/>
          <a:ext cx="7046225" cy="1679405"/>
        </p:xfrm>
        <a:graphic>
          <a:graphicData uri="http://schemas.openxmlformats.org/drawingml/2006/table">
            <a:tbl>
              <a:tblPr>
                <a:noFill/>
                <a:tableStyleId>{3D525E57-4417-49A7-8D21-4075086942B3}</a:tableStyleId>
              </a:tblPr>
              <a:tblGrid>
                <a:gridCol w="154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39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Student Name</a:t>
                      </a:r>
                      <a:endParaRPr sz="1400" u="none" strike="noStrike" cap="none"/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Recent Passport Photo</a:t>
                      </a:r>
                      <a:endParaRPr sz="1400" u="none" strike="noStrike" cap="none"/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ADITHYA KIRAN GOUD THIGULLA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600" marR="68600" marT="34300" marB="3430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adithyakirangoud@gmail.com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8885591324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Google Shape;66;p16"/>
          <p:cNvSpPr txBox="1"/>
          <p:nvPr/>
        </p:nvSpPr>
        <p:spPr>
          <a:xfrm>
            <a:off x="910173" y="1450693"/>
            <a:ext cx="7710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endParaRPr sz="18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910171" y="769124"/>
            <a:ext cx="7185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GB" sz="18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FITNESS BUDDY AI</a:t>
            </a:r>
            <a:endParaRPr sz="18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3289775" y="1340175"/>
            <a:ext cx="5330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Fitness/Health (Agentic AI)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9A760-D1E8-9929-E3E4-4DE1EC8F4094}"/>
              </a:ext>
            </a:extLst>
          </p:cNvPr>
          <p:cNvSpPr txBox="1"/>
          <p:nvPr/>
        </p:nvSpPr>
        <p:spPr>
          <a:xfrm>
            <a:off x="2286000" y="241949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CA528-CA55-3969-AA0D-C490EC14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572" y="3132067"/>
            <a:ext cx="550266" cy="708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65760" y="914400"/>
            <a:ext cx="3931920" cy="374904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48640" y="102412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48640" y="1325880"/>
            <a:ext cx="3566160" cy="18288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48640" y="1444752"/>
            <a:ext cx="361188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In today’s fast-paced world, many individuals struggle to maintain a healthy lifestyle due to lack of personalized fitness guidance, busy schedules, inconsistent motivation, expensive fitness subscriptions, and difficulty maintaining healthy habits. </a:t>
            </a:r>
            <a:endParaRPr sz="1200" b="0" i="0" u="none" strike="noStrike" cap="none">
              <a:solidFill>
                <a:srgbClr val="495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Traditional fitness solutions often provide generic recommendations and fail to adapt to individual goals and lifestyles.</a:t>
            </a:r>
            <a:endParaRPr sz="1200" b="0" i="0" u="none" strike="noStrike" cap="none">
              <a:solidFill>
                <a:srgbClr val="4950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4846320" y="10241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THE OBJECTIVE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846320" y="1325880"/>
            <a:ext cx="3657600" cy="18288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846320" y="14813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166360" y="14813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Personalized Fitness Guidance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166360" y="177393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Provide workout recommendations tailored to user goals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846320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5166360" y="22860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Healthy Lifestyle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166360" y="257860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Suggest nutritious meal ideas and healthy habits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846320" y="3090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166360" y="30906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Motivation &amp; Consistency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5166360" y="33832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Keep users engaged through challenges and streak tracking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846320" y="38953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166360" y="389534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AI-Powered Assistance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166360" y="418795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Use IBM Granite to provide intelligent fitness coaching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Technology Used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65760" y="960120"/>
            <a:ext cx="1938528" cy="118872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75488" y="1051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AI Engine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75488" y="14173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Granite LLM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Watsonx.ai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2514364" y="992217"/>
            <a:ext cx="1938600" cy="118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2596896" y="1051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2596896" y="14173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Node.js &amp; Express.js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REST API &amp; Processing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608576" y="960120"/>
            <a:ext cx="1938528" cy="118872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718304" y="1051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718304" y="14173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React.js + Vite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729984" y="960120"/>
            <a:ext cx="1938528" cy="118872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839712" y="1051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839712" y="14173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Cloud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Watsonx Runtime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20600" y="3824088"/>
            <a:ext cx="8302800" cy="1188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80795" y="3894549"/>
            <a:ext cx="7231500" cy="1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868E96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80795" y="4067215"/>
            <a:ext cx="7231500" cy="870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1091920" y="4187385"/>
            <a:ext cx="6696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305576" y="4176400"/>
            <a:ext cx="12969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Personalized AI Coaching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975595" y="4198340"/>
            <a:ext cx="6696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5178612" y="4187365"/>
            <a:ext cx="65619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Fitness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091920" y="4429495"/>
            <a:ext cx="6696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314575" y="4429500"/>
            <a:ext cx="13758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BMI &amp; Calorie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975595" y="4439525"/>
            <a:ext cx="6696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158678" y="4439525"/>
            <a:ext cx="15006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Water &amp; Streak Tracking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111845" y="4671630"/>
            <a:ext cx="6696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lang="en-GB" sz="11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289628" y="4672050"/>
            <a:ext cx="14373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Daily Challenges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8" title="watsonx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44" y="2305606"/>
            <a:ext cx="1071550" cy="10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react 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814" y="2447259"/>
            <a:ext cx="669595" cy="90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ibm cloud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6999" y="2330599"/>
            <a:ext cx="1204475" cy="12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Node.js Logo PNG Transparent &amp; SVG Vector - Freebie Supply">
            <a:extLst>
              <a:ext uri="{FF2B5EF4-FFF2-40B4-BE49-F238E27FC236}">
                <a16:creationId xmlns:a16="http://schemas.microsoft.com/office/drawing/2014/main" id="{0DC68922-DC9B-C605-7FE2-E1D86E8EE2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9788" y="2323890"/>
            <a:ext cx="1387752" cy="851155"/>
          </a:xfrm>
          <a:prstGeom prst="rect">
            <a:avLst/>
          </a:prstGeom>
        </p:spPr>
      </p:pic>
      <p:pic>
        <p:nvPicPr>
          <p:cNvPr id="4" name="Picture 3" descr="File:Expressjs.png - Wikimedia Commons">
            <a:extLst>
              <a:ext uri="{FF2B5EF4-FFF2-40B4-BE49-F238E27FC236}">
                <a16:creationId xmlns:a16="http://schemas.microsoft.com/office/drawing/2014/main" id="{97B6F3CC-C23B-A010-2494-D645C0B6A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3933" y="3134426"/>
            <a:ext cx="1938528" cy="587812"/>
          </a:xfrm>
          <a:prstGeom prst="rect">
            <a:avLst/>
          </a:prstGeom>
        </p:spPr>
      </p:pic>
      <p:pic>
        <p:nvPicPr>
          <p:cNvPr id="5" name="Picture 4" descr="File:Tailwind CSS Logo.svg - Wikimedia Commons">
            <a:extLst>
              <a:ext uri="{FF2B5EF4-FFF2-40B4-BE49-F238E27FC236}">
                <a16:creationId xmlns:a16="http://schemas.microsoft.com/office/drawing/2014/main" id="{CC8A1199-531D-CD4E-B5E9-D740BA6967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1130" y="2729770"/>
            <a:ext cx="745778" cy="456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Proposed Solution &amp; Architecture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8046720" y="201168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342760" y="949048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GB" sz="12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 personalized, AI-driven fitness tool combining IBM Granite, Node.js, and React — split into three distinct layers to be intelligent, accessible, and scalable.</a:t>
            </a:r>
            <a:endParaRPr sz="1600"/>
          </a:p>
        </p:txBody>
      </p:sp>
      <p:sp>
        <p:nvSpPr>
          <p:cNvPr id="141" name="Google Shape;141;p19"/>
          <p:cNvSpPr/>
          <p:nvPr/>
        </p:nvSpPr>
        <p:spPr>
          <a:xfrm>
            <a:off x="365710" y="1663438"/>
            <a:ext cx="2667000" cy="2133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64760" y="1596338"/>
            <a:ext cx="2667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79925" y="1870397"/>
            <a:ext cx="2438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Engine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Node.js &amp; Express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57275" y="2303375"/>
            <a:ext cx="24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The backend of the system. It handles user requests, processes fitness data, manages API calls to IBM Granite, and serves personalized responses to the React frontend.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3124365" y="1669538"/>
            <a:ext cx="2667000" cy="2133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3123440" y="1596338"/>
            <a:ext cx="2667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238680" y="1870472"/>
            <a:ext cx="2438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AI Brain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IBM Watsonx.ai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3215880" y="2303375"/>
            <a:ext cx="24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The intelligence of the system. IBM Granite LLM is deployed on IBM’s cloud servers, acting as a virtual fitness coach — analyzing user goals, body metrics, and fitness queries to generate personalized plans.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883045" y="1669538"/>
            <a:ext cx="2667000" cy="21336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882120" y="1596338"/>
            <a:ext cx="2667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974485" y="1870472"/>
            <a:ext cx="2438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Command Center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React UI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974485" y="2303363"/>
            <a:ext cx="2484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 modern fitness dashboard featuring BMI calculator, calorie tracker, water intake progress, streak tracking, daily challenges, and an AI coach chat interface.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365160" y="4065075"/>
            <a:ext cx="8182500" cy="9144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48040" y="41118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GB" sz="10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OVERALL FLOW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548040" y="4339395"/>
            <a:ext cx="8000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GB" sz="1050" b="0" i="0" u="none" strike="noStrike" cap="non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By leveraging IBM Granite on IBM Cloud and keeping the React interface lightweight, Fitness Buddy delivers intelligent, personalized fitness coaching without heavy local computation. The result is a complete, end-to-end wellness platform that empowers users to build healthier habits every day.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365760" y="201168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Solution Architecture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65760" y="749808"/>
            <a:ext cx="8412600" cy="2280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046720" y="201168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4FFD0-9B61-BF0B-C02B-020D60C3985F}"/>
              </a:ext>
            </a:extLst>
          </p:cNvPr>
          <p:cNvSpPr txBox="1"/>
          <p:nvPr/>
        </p:nvSpPr>
        <p:spPr>
          <a:xfrm>
            <a:off x="2286000" y="241949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A4D20-B33D-CCBD-5636-7200190B8411}"/>
              </a:ext>
            </a:extLst>
          </p:cNvPr>
          <p:cNvSpPr txBox="1"/>
          <p:nvPr/>
        </p:nvSpPr>
        <p:spPr>
          <a:xfrm>
            <a:off x="2286000" y="241949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D144B-533E-405E-E85C-9D625DEC4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64" b="19797"/>
          <a:stretch>
            <a:fillRect/>
          </a:stretch>
        </p:blipFill>
        <p:spPr>
          <a:xfrm>
            <a:off x="641304" y="1057731"/>
            <a:ext cx="7861391" cy="35921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365750" y="969275"/>
            <a:ext cx="5053800" cy="378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Fitness Buddy Dashboard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5669280" y="1005840"/>
            <a:ext cx="3108960" cy="804672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5833872" y="1097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AI Fitness Coach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833872" y="1408176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Granite-powered chat interface for personalized workout plans, meal suggestions, and motivation tips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669280" y="1956816"/>
            <a:ext cx="3108960" cy="804672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833872" y="20482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Health Metrics Tools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833872" y="235915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BMI Calculator, Calorie Calculator, and AI Workout Generator for beginner, intermediate, and advanced levels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669280" y="2907792"/>
            <a:ext cx="3108960" cy="804672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833872" y="29992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Smart Tracking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833872" y="331012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Water intake tracker with progress bar and daily targets; streak tracker for habit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669280" y="3858768"/>
            <a:ext cx="3108960" cy="804672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833872" y="3950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lang="en-GB" sz="12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Daily Challenges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833872" y="4261104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lang="en-GB" sz="10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Random daily fitness challenges with completion tracking to keep users motivated and engaged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BE33E1-AF24-5474-AD38-3CBF27875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269" y="3048705"/>
            <a:ext cx="2454281" cy="1706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CF7DB6-B8EE-36EC-873A-B9E483D97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0" y="3048706"/>
            <a:ext cx="2599519" cy="17068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3F04A8-4B32-49EB-0320-31A175A58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49" y="969275"/>
            <a:ext cx="5053800" cy="20785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AI Engine — IBM Granite &amp; Backend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566928" y="1307592"/>
            <a:ext cx="13716" cy="438912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365760" y="960120"/>
            <a:ext cx="411480" cy="32004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65760" y="96012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960120" y="960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960120" y="128930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User provides fitness goals, body measurements, and queries through the React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66928" y="2075688"/>
            <a:ext cx="13716" cy="438912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65760" y="1728216"/>
            <a:ext cx="411480" cy="32004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65760" y="1728216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960120" y="172821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960120" y="20574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Express backend constructs structured prompts from user data and fitness context for IBM Granite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66928" y="2843784"/>
            <a:ext cx="13716" cy="438912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65760" y="2496312"/>
            <a:ext cx="411480" cy="32004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65760" y="249631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960120" y="24963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960120" y="2825496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Backend authenticates with IBM Watsonx.ai using a Bearer Token via IBM IAM and API Key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66928" y="3611880"/>
            <a:ext cx="13716" cy="438912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65760" y="3264408"/>
            <a:ext cx="411480" cy="32004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65760" y="3264408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960120" y="32644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AI Inference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960120" y="359359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Prompt is sent to IBM Granite model deployed on IBM Cloud for intelligent fitness guidance generation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65760" y="4032504"/>
            <a:ext cx="411480" cy="32004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65760" y="403250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960120" y="40325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960120" y="436168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Granite returns personalized workout plans, diet suggestions, and motivation tips to the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4983480" y="960120"/>
            <a:ext cx="3794700" cy="3840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31D18-3B1A-6F69-4D0E-7E72C4AA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969014"/>
            <a:ext cx="3780984" cy="1663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5ECD7A-75F7-BF32-4148-50A579D54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272" y="3663171"/>
            <a:ext cx="1415908" cy="1146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9AFE36-EB06-5245-C989-4D799FA3E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870" y="3623098"/>
            <a:ext cx="2409054" cy="1242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0B67F4-89DF-EB2C-C033-34308FD19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632166"/>
            <a:ext cx="3794700" cy="1031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This Approach Matters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65760" y="960120"/>
            <a:ext cx="2606040" cy="237744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65760" y="960120"/>
            <a:ext cx="2606040" cy="5486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02920" y="16093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Personalized Fitness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02920" y="2029968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Every recommendation is tailored to the user’s specific goals, body metrics, and preferences using IBM Granite’s intelligent AI coaching.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200400" y="960120"/>
            <a:ext cx="2606040" cy="237744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200400" y="960120"/>
            <a:ext cx="2606040" cy="5486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337560" y="16093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Accessibility &amp; Scalability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3337560" y="2029968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Available anytime without expensive personal trainers. The React UI, Express API, and IBM Cloud model run independently, enabling a scalable and robust platform.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035040" y="960120"/>
            <a:ext cx="2606040" cy="237744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6035040" y="960120"/>
            <a:ext cx="2606040" cy="5486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17220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6172200" y="16093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Motivation &amp; Engagement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6172200" y="2029968"/>
            <a:ext cx="2331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Streaks, daily challenges, and an interactive dashboard keep users actively involved in their health journey and encourage long-term consistency.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65760" y="3566160"/>
            <a:ext cx="8412480" cy="123444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65760" y="3566160"/>
            <a:ext cx="84124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F76DA-FABF-C59C-0280-AB5F802F8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3566160"/>
            <a:ext cx="3135087" cy="1253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681646-67F2-A919-A77F-167B6628F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846" y="3577125"/>
            <a:ext cx="2878781" cy="1231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6EE142-7CDA-F88E-11D8-9A3714647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628" y="3577126"/>
            <a:ext cx="2398611" cy="1242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GitHub Repository &amp; Demonstration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868E96"/>
                </a:solidFill>
                <a:latin typeface="Calibri"/>
                <a:ea typeface="Calibri"/>
                <a:cs typeface="Calibri"/>
                <a:sym typeface="Calibri"/>
              </a:rPr>
              <a:t>Repository URL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48640" y="1376185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563EB"/>
              </a:buClr>
              <a:buSzPts val="1400"/>
            </a:pPr>
            <a:r>
              <a:rPr lang="en-IN" b="1" dirty="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https://github.com/AdithyaKiran31/fitness-buddy</a:t>
            </a:r>
            <a:endParaRPr sz="1400" b="1" i="0" u="none" strike="noStrike" cap="none" dirty="0">
              <a:solidFill>
                <a:srgbClr val="2563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65760" y="1874520"/>
            <a:ext cx="3840480" cy="292608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548640" y="19933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Calibri"/>
              <a:buNone/>
            </a:pPr>
            <a:r>
              <a:rPr lang="en-GB" sz="1000" b="1" i="0" u="none" strike="noStrike" cap="none">
                <a:solidFill>
                  <a:srgbClr val="868E96"/>
                </a:solidFill>
                <a:latin typeface="Calibri"/>
                <a:ea typeface="Calibri"/>
                <a:cs typeface="Calibri"/>
                <a:sym typeface="Calibri"/>
              </a:rPr>
              <a:t>REPO INCLUDES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548640" y="2304288"/>
            <a:ext cx="3474720" cy="18288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548640" y="2423160"/>
            <a:ext cx="256032" cy="256032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48640" y="24231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914400" y="241401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Frontend Source Code (React)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548640" y="2971800"/>
            <a:ext cx="256032" cy="256032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548640" y="29718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914400" y="29626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Backend Source Code (Node.js)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48640" y="3520440"/>
            <a:ext cx="256032" cy="256032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48640" y="35204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914400" y="35112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IBM Granite Integration &amp; Documentation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GB" sz="9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914400" y="405993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README.md with setup guide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4480560" y="1874520"/>
            <a:ext cx="4297680" cy="292608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480560" y="1874520"/>
            <a:ext cx="429768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868E96"/>
                </a:solidFill>
                <a:latin typeface="Calibri"/>
                <a:ea typeface="Calibri"/>
                <a:cs typeface="Calibri"/>
                <a:sym typeface="Calibri"/>
              </a:rPr>
              <a:t>GitHub Repository Screenshot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868E96"/>
                </a:solidFill>
                <a:latin typeface="Calibri"/>
                <a:ea typeface="Calibri"/>
                <a:cs typeface="Calibri"/>
                <a:sym typeface="Calibri"/>
              </a:rPr>
              <a:t>[ Insert Here 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4" title="Screenshot (114).png"/>
          <p:cNvPicPr preferRelativeResize="0"/>
          <p:nvPr/>
        </p:nvPicPr>
        <p:blipFill rotWithShape="1">
          <a:blip r:embed="rId3">
            <a:alphaModFix/>
          </a:blip>
          <a:srcRect t="13394" r="-969" b="7629"/>
          <a:stretch/>
        </p:blipFill>
        <p:spPr>
          <a:xfrm>
            <a:off x="4480550" y="1860800"/>
            <a:ext cx="4297699" cy="292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F5F68E-29FA-3A6B-CB87-4FA42C162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679" y="1883080"/>
            <a:ext cx="4245439" cy="2881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365760" y="749808"/>
            <a:ext cx="8412480" cy="22860"/>
          </a:xfrm>
          <a:prstGeom prst="rect">
            <a:avLst/>
          </a:prstGeom>
          <a:solidFill>
            <a:srgbClr val="DEE2E6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65760" y="960120"/>
            <a:ext cx="2606040" cy="246888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65760" y="960120"/>
            <a:ext cx="2606040" cy="5486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02920" y="16093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Voice Fitness Coach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02920" y="2029968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Voice-based interaction with the AI fitness coach, enabling hands-free workout guidance and real-time verbal motivation.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3200400" y="960120"/>
            <a:ext cx="2606040" cy="246888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3200400" y="960120"/>
            <a:ext cx="2606040" cy="5486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3337560" y="16093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AI Diet Planner &amp; Analytics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3337560" y="2029968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Complete AI-generated meal plans with nutrition breakdown, plus weekly and monthly fitness progress reports for deeper health insights.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035040" y="960120"/>
            <a:ext cx="2606040" cy="246888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6035040" y="960120"/>
            <a:ext cx="2606040" cy="5486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617220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lang="en-GB" sz="220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6172200" y="160934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lang="en-GB" sz="130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Wearable &amp; Health Integration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6172200" y="2029968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50"/>
              <a:buFont typeface="Calibri"/>
              <a:buNone/>
            </a:pPr>
            <a:r>
              <a:rPr lang="en-GB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Smartwatch and fitness band connectivity for real-time data, plus AI health monitoring for personalized health predictions and recommendations.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GB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IBM University Engagement  ·  Fitness Buddy AI  ·  Building Healthier Habits Through Agentic AI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4DA61-3B19-E75D-A295-7CAFB76F3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23219"/>
            <a:ext cx="8444708" cy="572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80C6D9-4B67-7B77-1ECE-04175EEE2C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647"/>
          <a:stretch>
            <a:fillRect/>
          </a:stretch>
        </p:blipFill>
        <p:spPr>
          <a:xfrm>
            <a:off x="365760" y="3575389"/>
            <a:ext cx="3780984" cy="7070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8070E6-4D02-A20D-AF70-9760F0DCD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258" y="2925483"/>
            <a:ext cx="3624943" cy="13631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24000" y="1333052"/>
            <a:ext cx="12192001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Office PowerPoint</Application>
  <PresentationFormat>On-screen Show (16:9)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Adithya Kiran Goud Thigulla .</cp:lastModifiedBy>
  <cp:revision>1</cp:revision>
  <dcterms:modified xsi:type="dcterms:W3CDTF">2026-06-04T03:25:48Z</dcterms:modified>
</cp:coreProperties>
</file>